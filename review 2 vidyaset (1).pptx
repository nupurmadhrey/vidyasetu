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5" r:id="rId5"/>
    <p:sldId id="261" r:id="rId6"/>
    <p:sldId id="266" r:id="rId7"/>
    <p:sldId id="268" r:id="rId8"/>
    <p:sldId id="267" r:id="rId9"/>
    <p:sldId id="264" r:id="rId10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-724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6DE0ACA-03BC-46D6-9D4D-3FE672280FD2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B932CF5-990D-4109-834E-B5F479C67FEC}" type="slidenum">
              <a:rPr/>
              <a:pPr/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0111CD9-D0AF-457D-9A4F-98FC04BC9A31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F803718-B8BF-497F-A984-712BA1ED5D22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C4CC7DF-1A0F-4CAC-8445-C88DCF9CF90E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FF3E4A3-4C94-4785-A0E6-29AA5BBC5DE4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1731DF4-7314-4F43-ADF2-78EF8CAAEF2D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1AC3676-484E-4704-B7A7-7DB709AE2100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ECAE218-CAC7-47E3-A7FE-2C38C494088F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2D5E523-FFA3-4105-8C15-30B5DC71F893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5DD45FD-2B75-46F3-8500-1CA3B0C5D658}" type="slidenum">
              <a:rPr/>
              <a:p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2FD64C0-15F1-471C-9E50-9DE70748CF53}" type="slidenum">
              <a:rPr/>
              <a:p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6"/>
          <p:cNvSpPr/>
          <p:nvPr/>
        </p:nvSpPr>
        <p:spPr>
          <a:xfrm>
            <a:off x="9867960" y="365040"/>
            <a:ext cx="2323440" cy="729360"/>
          </a:xfrm>
          <a:prstGeom prst="roundRect">
            <a:avLst>
              <a:gd name="adj" fmla="val 16667"/>
            </a:avLst>
          </a:prstGeom>
          <a:blipFill rotWithShape="0">
            <a:blip r:embed="rId14"/>
            <a:srcRect/>
            <a:stretch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1800" b="0" strike="noStrike" spc="-1" dirty="0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E93278-1DF5-4FAB-BCA3-32B4116A7B24}" type="slidenum">
              <a:rPr lang="en-IN" sz="1200" b="0" strike="noStrike" spc="-1">
                <a:solidFill>
                  <a:srgbClr val="8B8B8B"/>
                </a:solidFill>
                <a:latin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IN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arkaripariksha.com/?utm_source=chatgpt.com" TargetMode="External"/><Relationship Id="rId2" Type="http://schemas.openxmlformats.org/officeDocument/2006/relationships/hyperlink" Target="https://www.swayam.gov.in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/>
          </p:nvPr>
        </p:nvSpPr>
        <p:spPr>
          <a:xfrm>
            <a:off x="0" y="1537920"/>
            <a:ext cx="12191400" cy="531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46960" indent="0" algn="ctr">
              <a:lnSpc>
                <a:spcPct val="2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 dirty="0" smtClean="0">
                <a:solidFill>
                  <a:srgbClr val="333333"/>
                </a:solidFill>
                <a:latin typeface="Times New Roman"/>
              </a:rPr>
              <a:t>2410030272-NUPUR MADHREY</a:t>
            </a:r>
          </a:p>
          <a:p>
            <a:pPr marL="246960" indent="0" algn="ctr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spc="-1" dirty="0" smtClean="0">
                <a:solidFill>
                  <a:srgbClr val="333333"/>
                </a:solidFill>
                <a:latin typeface="Times New Roman"/>
              </a:rPr>
              <a:t>2410030079-AVIKA KASHYAP</a:t>
            </a:r>
          </a:p>
          <a:p>
            <a:pPr marL="246960" indent="0" algn="ctr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 dirty="0" smtClean="0">
                <a:solidFill>
                  <a:srgbClr val="333333"/>
                </a:solidFill>
                <a:latin typeface="Times New Roman"/>
              </a:rPr>
              <a:t>2410030044-T.NIHARIKA</a:t>
            </a:r>
            <a:br>
              <a:rPr lang="en-US" sz="1600" b="0" strike="noStrike" spc="-1" dirty="0" smtClean="0">
                <a:solidFill>
                  <a:srgbClr val="333333"/>
                </a:solidFill>
                <a:latin typeface="Times New Roman"/>
              </a:rPr>
            </a:br>
            <a:endParaRPr lang="en-US" sz="1600" b="0" strike="noStrike" spc="-1" dirty="0" smtClean="0">
              <a:solidFill>
                <a:srgbClr val="333333"/>
              </a:solidFill>
              <a:latin typeface="Times New Roman"/>
            </a:endParaRP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 dirty="0" smtClean="0">
                <a:solidFill>
                  <a:srgbClr val="333333"/>
                </a:solidFill>
                <a:latin typeface="Times New Roman"/>
              </a:rPr>
              <a:t>Under </a:t>
            </a:r>
            <a:r>
              <a:rPr lang="en-US" sz="1800" b="0" strike="noStrike" spc="-1" dirty="0">
                <a:solidFill>
                  <a:srgbClr val="333333"/>
                </a:solidFill>
                <a:latin typeface="Times New Roman"/>
              </a:rPr>
              <a:t>the Guidance of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 dirty="0" smtClean="0">
                <a:solidFill>
                  <a:srgbClr val="333333"/>
                </a:solidFill>
                <a:latin typeface="Times New Roman"/>
              </a:rPr>
              <a:t>Mr. .</a:t>
            </a:r>
            <a:r>
              <a:rPr lang="en-US" sz="1800" b="0" strike="noStrike" spc="-1" dirty="0" err="1" smtClean="0">
                <a:solidFill>
                  <a:srgbClr val="333333"/>
                </a:solidFill>
                <a:latin typeface="Times New Roman"/>
              </a:rPr>
              <a:t>Chiranjeevi</a:t>
            </a:r>
            <a:r>
              <a:rPr lang="en-US" sz="1800" b="0" strike="noStrike" spc="-1" dirty="0" smtClean="0">
                <a:solidFill>
                  <a:srgbClr val="333333"/>
                </a:solidFill>
                <a:latin typeface="Times New Roman"/>
              </a:rPr>
              <a:t> 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333333"/>
                </a:solidFill>
                <a:latin typeface="inter-regular"/>
              </a:rPr>
              <a:t>Computer Science and Engineering Department </a:t>
            </a: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333333"/>
                </a:solidFill>
                <a:latin typeface="inter-regular"/>
              </a:rPr>
              <a:t>KL Hyderabad Off Campus, Aziz Nagar ,Hyderabad</a:t>
            </a: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689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sz="4000"/>
              <a:t/>
            </a:r>
            <a:br>
              <a:rPr sz="4000"/>
            </a:br>
            <a:r>
              <a:rPr lang="en-IN" sz="4000" dirty="0" smtClean="0"/>
              <a:t>Vidyasetu-Bridging to success </a:t>
            </a:r>
            <a:endParaRPr lang="en-IN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17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</a:rPr>
              <a:t>Overview</a:t>
            </a:r>
            <a:endParaRPr lang="en-IN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Introduction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Objectives of the Project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Proposed Methodology/Architecture/Algorithm/Technique/etc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Implementation Details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Results </a:t>
            </a: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(If any one objective is completed)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References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</a:rPr>
              <a:t>Introduction</a:t>
            </a:r>
            <a:endParaRPr lang="en-IN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26320" y="1325520"/>
            <a:ext cx="11498400" cy="4850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Currently, students preparing for government exams face scattered information across multiple platforms, making preparation confusing and time-consuming.</a:t>
            </a:r>
          </a:p>
          <a:p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Vidyasetu provides a unified digital space where exam dates, notifications, and registration links are easily accessible.</a:t>
            </a:r>
          </a:p>
          <a:p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It offers personalized timetables, helping students organize their preparation effectively.</a:t>
            </a:r>
          </a:p>
          <a:p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Integrated countdowns and reminders keep learners on track without missing key deadlines.</a:t>
            </a:r>
          </a:p>
          <a:p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Study resources like books, practice papers, and video materials are made available in one place.</a:t>
            </a:r>
          </a:p>
          <a:p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By bridging scattered information into a single structured hub, Vidyasetu simplifies exam readiness for every student.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4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</a:rPr>
              <a:t>Objectives of the Project</a:t>
            </a: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26320" y="1325520"/>
            <a:ext cx="11498400" cy="4850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Bring all exam dates and updates together in one place so students don’t have to search everywhere.</a:t>
            </a:r>
          </a:p>
          <a:p>
            <a:pPr>
              <a:lnSpc>
                <a:spcPct val="150000"/>
              </a:lnSpc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Help learners manage their time better with an easy, personalized timetable.</a:t>
            </a:r>
          </a:p>
          <a:p>
            <a:pPr>
              <a:lnSpc>
                <a:spcPct val="150000"/>
              </a:lnSpc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Make study resources and guidance accessible without unnecessary hurdles.</a:t>
            </a:r>
          </a:p>
          <a:p>
            <a:pPr>
              <a:lnSpc>
                <a:spcPct val="150000"/>
              </a:lnSpc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Keep students prepared and confident with timely reminders and alerts</a:t>
            </a:r>
          </a:p>
          <a:p>
            <a:pPr marL="571500" indent="-342900"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89279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4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0" strike="noStrike" spc="-1" dirty="0" smtClean="0">
                <a:solidFill>
                  <a:srgbClr val="000000"/>
                </a:solidFill>
                <a:latin typeface="Times New Roman"/>
              </a:rPr>
              <a:t>Proposed Methodology/Architecture/Algorithm/Technique/etc</a:t>
            </a:r>
            <a:endParaRPr lang="en-US" sz="40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08174" y="1421281"/>
            <a:ext cx="10136015" cy="465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4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4000" spc="-1" dirty="0">
                <a:solidFill>
                  <a:srgbClr val="000000"/>
                </a:solidFill>
                <a:latin typeface="Times New Roman"/>
              </a:rPr>
              <a:t>Implementation Details</a:t>
            </a: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26320" y="1325520"/>
            <a:ext cx="11498400" cy="4850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dirty="0" smtClean="0"/>
              <a:t>Frontend designed with </a:t>
            </a:r>
            <a:r>
              <a:rPr lang="en-US" sz="2400" b="1" dirty="0" smtClean="0"/>
              <a:t>HTML, CSS, JavaScript</a:t>
            </a:r>
            <a:r>
              <a:rPr lang="en-US" sz="2400" dirty="0" smtClean="0"/>
              <a:t> for clean UI/UX.</a:t>
            </a:r>
          </a:p>
          <a:p>
            <a:r>
              <a:rPr lang="en-US" sz="2400" dirty="0" smtClean="0"/>
              <a:t>Followed a </a:t>
            </a:r>
            <a:r>
              <a:rPr lang="en-US" sz="2400" b="1" dirty="0" smtClean="0"/>
              <a:t>modular design model</a:t>
            </a:r>
            <a:r>
              <a:rPr lang="en-US" sz="2400" dirty="0" smtClean="0"/>
              <a:t>, dividing the site into sections: </a:t>
            </a:r>
            <a:r>
              <a:rPr lang="en-US" sz="2400" i="1" dirty="0" smtClean="0"/>
              <a:t>About, All Courses, My Timetable, Login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Used </a:t>
            </a:r>
            <a:r>
              <a:rPr lang="en-US" sz="2400" b="1" dirty="0" smtClean="0"/>
              <a:t>flow-based navigation model</a:t>
            </a:r>
            <a:r>
              <a:rPr lang="en-US" sz="2400" dirty="0" smtClean="0"/>
              <a:t> to guide students from exam information → resources → personalized timetable.</a:t>
            </a:r>
          </a:p>
          <a:p>
            <a:r>
              <a:rPr lang="en-US" sz="2400" b="1" dirty="0" smtClean="0"/>
              <a:t>Code Editor:</a:t>
            </a:r>
            <a:r>
              <a:rPr lang="en-US" sz="2400" dirty="0" smtClean="0"/>
              <a:t> Visual Studio Code.</a:t>
            </a:r>
          </a:p>
          <a:p>
            <a:r>
              <a:rPr lang="en-US" sz="2400" b="1" dirty="0" smtClean="0"/>
              <a:t>Design Tools:</a:t>
            </a:r>
            <a:r>
              <a:rPr lang="en-US" sz="2400" dirty="0" smtClean="0"/>
              <a:t> Lucid chart for flow </a:t>
            </a:r>
            <a:r>
              <a:rPr lang="en-US" sz="2400" dirty="0" smtClean="0"/>
              <a:t>diagrams</a:t>
            </a:r>
          </a:p>
          <a:p>
            <a:r>
              <a:rPr lang="en-US" sz="2400" b="1" dirty="0" smtClean="0"/>
              <a:t>Backend and design:</a:t>
            </a:r>
            <a:endParaRPr lang="en-US" sz="2400" b="1" dirty="0" smtClean="0"/>
          </a:p>
          <a:p>
            <a:pPr indent="0">
              <a:spcBef>
                <a:spcPts val="1001"/>
              </a:spcBef>
              <a:buNone/>
              <a:tabLst>
                <a:tab pos="0" algn="l"/>
              </a:tabLst>
            </a:pP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01289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4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" dirty="0" smtClean="0">
                <a:solidFill>
                  <a:srgbClr val="000000"/>
                </a:solidFill>
                <a:latin typeface="Calibri Light"/>
              </a:rPr>
              <a:t>References: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>
              <a:buNone/>
            </a:pPr>
            <a:r>
              <a:rPr lang="en-US" sz="2000" b="1" dirty="0" smtClean="0"/>
              <a:t>“</a:t>
            </a:r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r>
              <a:rPr lang="en-US" sz="2000" b="1" dirty="0" smtClean="0"/>
              <a:t>E-learning </a:t>
            </a:r>
            <a:r>
              <a:rPr lang="en-US" sz="2000" b="1" dirty="0" smtClean="0"/>
              <a:t>Platforms: A Study on Online Education Systems"</a:t>
            </a:r>
            <a:r>
              <a:rPr lang="en-US" sz="2000" dirty="0" smtClean="0"/>
              <a:t> – </a:t>
            </a:r>
            <a:r>
              <a:rPr lang="en-US" sz="2000" i="1" dirty="0" smtClean="0"/>
              <a:t>International Journal of Emerging Technologies in Learning (</a:t>
            </a:r>
            <a:r>
              <a:rPr lang="en-US" sz="2000" i="1" dirty="0" err="1" smtClean="0"/>
              <a:t>iJET</a:t>
            </a:r>
            <a:r>
              <a:rPr lang="en-US" sz="2000" i="1" dirty="0" smtClean="0"/>
              <a:t>), 2020.</a:t>
            </a:r>
          </a:p>
          <a:p>
            <a:pPr>
              <a:buNone/>
            </a:pPr>
            <a:r>
              <a:rPr lang="en-US" sz="2000" b="1" dirty="0" smtClean="0">
                <a:hlinkClick r:id="rId2"/>
              </a:rPr>
              <a:t>https://www.swayam.gov.in/</a:t>
            </a:r>
            <a:r>
              <a:rPr lang="en-US" sz="2000" dirty="0" smtClean="0"/>
              <a:t> – Government of India’s e-learning platform (official comparison).</a:t>
            </a:r>
          </a:p>
          <a:p>
            <a:pPr>
              <a:buNone/>
            </a:pPr>
            <a:r>
              <a:rPr lang="en-US" sz="2000" dirty="0" err="1" smtClean="0"/>
              <a:t>SarkariPariksha</a:t>
            </a:r>
            <a:r>
              <a:rPr lang="en-US" sz="2000" dirty="0" smtClean="0"/>
              <a:t> – </a:t>
            </a:r>
            <a:r>
              <a:rPr lang="en-US" sz="2000" dirty="0" smtClean="0">
                <a:hlinkClick r:id="rId3"/>
              </a:rPr>
              <a:t>https://sarkaripariksha.com/</a:t>
            </a:r>
            <a:r>
              <a:rPr lang="en-US" sz="2000" dirty="0" smtClean="0"/>
              <a:t> — </a:t>
            </a:r>
            <a:r>
              <a:rPr lang="en-US" sz="2000" dirty="0" err="1" smtClean="0"/>
              <a:t>Specialises</a:t>
            </a:r>
            <a:r>
              <a:rPr lang="en-US" sz="2000" dirty="0" smtClean="0"/>
              <a:t> in notifications, exam dates, state &amp; central level competitive exams.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4000" spc="-1" smtClean="0">
                <a:solidFill>
                  <a:srgbClr val="000000"/>
                </a:solidFill>
                <a:latin typeface="Times New Roman"/>
              </a:rPr>
              <a:t>Results</a:t>
            </a:r>
            <a:endParaRPr lang="en-US" sz="4000" spc="-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" name="Picture 3" descr="Screenshot 2025-10-31 1115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50" y="1222512"/>
            <a:ext cx="5912327" cy="2604053"/>
          </a:xfrm>
          <a:prstGeom prst="rect">
            <a:avLst/>
          </a:prstGeom>
        </p:spPr>
      </p:pic>
      <p:pic>
        <p:nvPicPr>
          <p:cNvPr id="5" name="Picture 4" descr="Screenshot 2025-10-31 1117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724" y="3707296"/>
            <a:ext cx="5821512" cy="265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74729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4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/>
          </p:nvPr>
        </p:nvSpPr>
        <p:spPr>
          <a:xfrm>
            <a:off x="838080" y="817560"/>
            <a:ext cx="10514880" cy="535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6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6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</a:rPr>
              <a:t>Thank you and Any Queries</a:t>
            </a:r>
            <a:endParaRPr lang="en-IN" sz="6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</TotalTime>
  <Words>321</Words>
  <Application>Microsoft Office PowerPoint</Application>
  <PresentationFormat>Custom</PresentationFormat>
  <Paragraphs>60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 Vidyasetu-Bridging to success </vt:lpstr>
      <vt:lpstr>Overview</vt:lpstr>
      <vt:lpstr>Introduction</vt:lpstr>
      <vt:lpstr>Objectives of the Project</vt:lpstr>
      <vt:lpstr>Proposed Methodology/Architecture/Algorithm/Technique/etc</vt:lpstr>
      <vt:lpstr>Implementation Details</vt:lpstr>
      <vt:lpstr>References:</vt:lpstr>
      <vt:lpstr>Results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 Management in JDBC</dc:title>
  <dc:subject/>
  <dc:creator>Chiranjeevi Lect</dc:creator>
  <dc:description/>
  <cp:lastModifiedBy>91897</cp:lastModifiedBy>
  <cp:revision>32</cp:revision>
  <dcterms:created xsi:type="dcterms:W3CDTF">2023-08-05T05:18:30Z</dcterms:created>
  <dcterms:modified xsi:type="dcterms:W3CDTF">2025-11-03T04:29:34Z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</vt:i4>
  </property>
</Properties>
</file>